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7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VentoVault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2C39A"/>
                </a:solidFill>
              </a:rPr>
              <a:t>UX Enhancements: Driving Growth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dirty="0">
                <a:solidFill>
                  <a:srgbClr val="02C39A"/>
                </a:solidFill>
              </a:rPr>
              <a:t>While Maintaining Compliance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CF0F1"/>
                </a:solidFill>
              </a:rPr>
              <a:t>Product Roadmap &amp; Investment Rationale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669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F0F1"/>
                </a:solidFill>
              </a:rPr>
              <a:t>February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VentoVault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UX Enhancements: Driving Growth While Maintaining Compliance</dc:title>
  <dc:subject>PptxGenJS Presentation</dc:subject>
  <dc:creator>VentoVault Product Team</dc:creator>
  <cp:lastModifiedBy>VentoVault Product Team</cp:lastModifiedBy>
  <cp:revision>1</cp:revision>
  <dcterms:created xsi:type="dcterms:W3CDTF">2026-02-11T13:26:09Z</dcterms:created>
  <dcterms:modified xsi:type="dcterms:W3CDTF">2026-02-11T13:26:09Z</dcterms:modified>
</cp:coreProperties>
</file>